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EA5E9"/>
              </a:solidFill>
              <a:effectLst/>
            </c:spPr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</c:dPt>
          <c:dPt>
            <c:idx val="5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Memory (13)</c:v>
                </c:pt>
                <c:pt idx="1">
                  <c:v>Web (21)</c:v>
                </c:pt>
                <c:pt idx="2">
                  <c:v>Crypto (9)</c:v>
                </c:pt>
                <c:pt idx="3">
                  <c:v>System (8)</c:v>
                </c:pt>
                <c:pt idx="4">
                  <c:v>Error (6)</c:v>
                </c:pt>
                <c:pt idx="5">
                  <c:v>Resource (6)</c:v>
                </c:pt>
                <c:pt idx="6">
                  <c:v>Concurrency (4)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13</c:v>
                </c:pt>
                <c:pt idx="1">
                  <c:v>21</c:v>
                </c:pt>
                <c:pt idx="2">
                  <c:v>9</c:v>
                </c:pt>
                <c:pt idx="3">
                  <c:v>8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SecGuardian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Security Analysis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Whitepaper  |  v0.6.0  | 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Detectors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Languages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Top 25: 100%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 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Enterprise-grade, AI-driven security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traditional SAST with semantic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Traditional SAST is Broken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09728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 False Positives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waste hours triaging noise, losing trust in the tool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05740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1305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Pattern Matching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4414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Regex-based rules miss context, business logic, and data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301752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Remediation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this issue" with no code-specific guidance or effort estimate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97764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050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Rule Updates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3616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rule requires recompilation and redeployment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Solution: AI-Native Security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09728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code like a security consultant, understanding intent and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05740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1305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Knowledge-as-Product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4414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detectors + 17 skills as Markdown — zero compilation for rule changes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301752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4-segment structure: Location, Evidence, Impact, Fix with before/after code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73152" cy="7772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977640"/>
            <a:ext cx="7973568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050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Native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3616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2.1.0 output, security scoring, automated quality gates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Indexer → AI → Renderer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6400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Binary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source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symbol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call graph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alloc/free pairs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lock 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skills + detectors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by severity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judgment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findings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051560"/>
            <a:ext cx="26517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8745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gate logic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SARIF/MD/JSON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comparison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23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 Mechanical indexing → Intelligent analysis → Deterministic rendering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Integrated Product Lines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188720"/>
            <a:ext cx="960120" cy="22860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SecAudit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Deep Security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specialized skills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analysis methods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domain audits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$50K+/yr consultants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96012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SecGuard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detectors, 7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language skills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Top 25: 100%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 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188720"/>
            <a:ext cx="9601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SecReview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Coding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0574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language reviews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CERT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 Parser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Parser (parser_ts.go)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cgo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AST parsing via tree-sitter grammars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C, C++, Python, Go, Java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High (precise boundaries)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Local platform builds (CGO available)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Fallback Parser (parser_re.go)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!cgo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Language-specific regex pattern matching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All 6 (incl. JavaScript)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Moderate (top-level decls)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Cross-platform builds (no CGO)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Strategy Matrix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Build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Parser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CGO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darwin-arm64 (local)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</a:rPr>
                        <a:t>tree-sitter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Enabled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darwin-amd64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</a:rPr>
                        <a:t>regex fallback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Disabled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linux-amd64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</a:rPr>
                        <a:t>regex fallback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Disabled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windows-amd64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</a:rPr>
                        <a:t>regex fallback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Disabled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 Detectors Across 7 Security Categories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389120" y="1051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Coverage Metrics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389120" y="1508760"/>
            <a:ext cx="43891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262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2356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Top 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057400"/>
            <a:ext cx="43891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235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606040"/>
            <a:ext cx="43891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2628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235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API Top 10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89120" y="3154680"/>
            <a:ext cx="43891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2628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6235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89120" y="3703320"/>
            <a:ext cx="43891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2628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235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8912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Severity Detectors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89120" y="4434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 • Use-After-Free • Double-Free • Format String • Command Injection • Hardcoded Secrets • Deserialization • SSTI • Auth Bypass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Knowledge-as-Product: Markdown-Driven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Detector is Self-Contained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636776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36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600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table queries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984248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947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Definition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CWE, severity, description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295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2951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Report/no-report criteria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679192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679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Guidance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26426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code examples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026664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26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29900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Exclusion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29900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patterns to skip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374136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3741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3337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Patterns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33375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REPORT / MUST NOT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0515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Zero-Compilation Updates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security capability: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201168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011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2029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SKILL.md in skills directory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237744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377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2395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detector files if needed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74320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extension.json manifest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310896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dev-deploy.sh (~30s)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9204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changes. No recompilation.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 restart beyond AI agent.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SAST: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change → Recompile → Redeploy → Restart (hours)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SecGuardian: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Markdown → dev-deploy.sh → AI restart (seconds)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Protocol v3.0: Human/Machine Separation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 |  Markdown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results.sarif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 |  SARIF 2.1.0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summary.json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| 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Gate  |  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28600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delta.json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 |  JSON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28600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 |  JSON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11880"/>
            <a:ext cx="393192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Score Algorithm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100 - (Crit×25 + High×10 + Med×3 + Low×1)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90-100  |  B: 75-89  |  C: 60-74  |  D: 40-59  |  F: 0-39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611880"/>
            <a:ext cx="393192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4-Segment Finding (Mandatory)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finding: file+line+snippet, rationale+dataflow, CVSS+attack, before/after code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Five-Level Verification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62763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82+ checks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9112" y="105156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051560"/>
            <a:ext cx="162763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12344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30552" y="1691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30552" y="20116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22860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58184" y="105156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58184" y="1051560"/>
            <a:ext cx="162763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849624" y="12344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49624" y="1691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9624" y="20116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22860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deploy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77256" y="105156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1051560"/>
            <a:ext cx="162763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568696" y="12344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68696" y="1691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68696" y="20116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checks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68696" y="22860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 changes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96328" y="105156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96328" y="1051560"/>
            <a:ext cx="162763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7287768" y="12344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287768" y="1691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87768" y="20116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170+ checks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22860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Pre-release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E2E Verification Covers: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Schema  •  Renderer 6-File Gen  •  SARIF 2.1.0  •  4-Segment Quality Gate  •  Security Score  •  CI Gate Logic  •  Delta Comparison  •  Command Types  •  Multi-Language  • 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Incremental Scanning &amp; CI/CD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Scanning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01168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changed files + line ranges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201168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AffectedSymbols()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overlapping functions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201168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detectors on changed code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201168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80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Fixed / Still-open findings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Platform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645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→ Code Scanning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057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→ SAST report artifact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→ SARIF Viewer extension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880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CI/CD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status.json exit code gating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Gate Logic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 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FAILED, exit 1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finding 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WARNING, exit 0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PASSED, exit 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 &amp; ROI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year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consultant fees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security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build +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SAST vs SecGuardian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Traditional SAST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SecGuardian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Analysis Depth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Pattern matching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Semantic understanding + business logic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False Positive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30-50% typical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Significantly lower (AI validates context)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Rule Updates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Recompile + redeploy (hours)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Edit Markdown + deploy (seconds)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Remediation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Generic advice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Context-specific before/after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CI/CD 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Custom plugins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SARIF 2.1.0 native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v0.7.0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LLM-agnostic skill loading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languages: Rust, TypeScript, C#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integration (VS Code)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file parsing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9748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v0.8.0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detector authoring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correlation engine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SOC 2, ISO 27001, PCI DSS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tracker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9748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Multi-repository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(STRIDE/DREAD)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metrics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fine-tuning for org patterns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SecGuardian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Security Analysis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Detectors  •  17 Audit Skills  •  5 Languages  •  100% CWE Top 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Knowledge-as-Product  |  Zero-Compilation Updates  |  CI/CD Native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SecGuardian Technical Whitepaper</dc:title>
  <dc:subject>PptxGenJS Presentation</dc:subject>
  <dc:creator>SecGuardian Team</dc:creator>
  <cp:lastModifiedBy>SecGuardian Team</cp:lastModifiedBy>
  <cp:revision>1</cp:revision>
  <dcterms:created xsi:type="dcterms:W3CDTF">2026-06-08T15:14:05Z</dcterms:created>
  <dcterms:modified xsi:type="dcterms:W3CDTF">2026-06-08T15:14:05Z</dcterms:modified>
</cp:coreProperties>
</file>